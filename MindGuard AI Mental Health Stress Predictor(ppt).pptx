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935EE-9A99-0C1C-BF06-A6F0676A41E9}" v="88" dt="2026-04-26T06:47:36.267"/>
    <p1510:client id="{427D6EF1-9921-4FA6-ABD7-54A80AB19DBD}" v="36" dt="2026-04-26T06:01:09.630"/>
    <p1510:client id="{CCCF6539-69C2-977E-F78D-A3D9BABEEA58}" v="1" dt="2026-04-26T06:33:22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uchintikasarkar/sentiment-analysis-for-mental-healt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0000"/>
                </a:solidFill>
              </a:rPr>
              <a:t>MindGuard AI: Mental Health Stress Predictor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014580"/>
              </p:ext>
            </p:extLst>
          </p:nvPr>
        </p:nvGraphicFramePr>
        <p:xfrm>
          <a:off x="1854679" y="3845961"/>
          <a:ext cx="8636858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0647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pPr algn="l"/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2117240070029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/>
                        <a:t>ASWATHAANALINA A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 err="1"/>
                        <a:t>ll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/>
                        <a:t>Mrs. M. Divya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4/28/2026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694" y="862642"/>
            <a:ext cx="11326483" cy="566755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b="1" dirty="0"/>
              <a:t>Rising Stress Challenge:</a:t>
            </a:r>
            <a:r>
              <a:rPr lang="en-US" sz="2200" dirty="0"/>
              <a:t> Modern lifestyles with academic, work, and digital pressures are increasing stress, while current methods detect it too late (reactive approach).</a:t>
            </a:r>
          </a:p>
          <a:p>
            <a:r>
              <a:rPr lang="en-US" sz="2200" b="1" dirty="0"/>
              <a:t>Core Problem:</a:t>
            </a:r>
            <a:r>
              <a:rPr lang="en-US" sz="2200" dirty="0"/>
              <a:t> No real-time intelligent system exists to detect early stress by combining behavioral data (sleep, workload) and emotional inputs (mood, stressors).</a:t>
            </a:r>
          </a:p>
          <a:p>
            <a:r>
              <a:rPr lang="en-US" sz="2200" b="1" dirty="0"/>
              <a:t>Limitation of Existing Models:</a:t>
            </a:r>
            <a:r>
              <a:rPr lang="en-US" sz="2200" dirty="0"/>
              <a:t> Traditional machine learning fails to capture emotional depth and context in human language, making stress hard to quantify.</a:t>
            </a:r>
          </a:p>
          <a:p>
            <a:r>
              <a:rPr lang="en-US" sz="2200" b="1" dirty="0"/>
              <a:t>Proposed Solution:</a:t>
            </a:r>
            <a:r>
              <a:rPr lang="en-US" sz="2200" dirty="0"/>
              <a:t> </a:t>
            </a:r>
            <a:r>
              <a:rPr lang="en-US" sz="2200" i="1" dirty="0"/>
              <a:t>MindGuard AI</a:t>
            </a:r>
            <a:r>
              <a:rPr lang="en-US" sz="2200" dirty="0"/>
              <a:t> uses advanced AI to predict stress levels, classify risk, and provide early insights, enabling proactive mental health management.</a:t>
            </a:r>
          </a:p>
          <a:p>
            <a:pPr marL="0" indent="0">
              <a:buNone/>
            </a:pPr>
            <a:endParaRPr lang="en-US" sz="2100" dirty="0">
              <a:ea typeface="+mn-lt"/>
              <a:cs typeface="+mn-lt"/>
            </a:endParaRPr>
          </a:p>
          <a:p>
            <a:endParaRPr lang="en-US" sz="21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26" y="8177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49976"/>
              </p:ext>
            </p:extLst>
          </p:nvPr>
        </p:nvGraphicFramePr>
        <p:xfrm>
          <a:off x="1642532" y="2112089"/>
          <a:ext cx="8661402" cy="325577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30701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330701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382408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1242826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u="sng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https://github.com/aswathaanalina-19/70029_MindGuard-AI-Mental-Health-Stress-Predictor_ML_mini-project/tree/main</a:t>
                      </a:r>
                      <a:endParaRPr lang="en-US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1242826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https://github.com/aswathaanalina-19/70029_MindGuard-AI-Mental-Health-Stress-Predictor_ML_mini-project/tree/main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87719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2" y="1009290"/>
            <a:ext cx="11430000" cy="5589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 dirty="0"/>
              <a:t>Multidisciplinary Model: </a:t>
            </a:r>
            <a:r>
              <a:rPr lang="en-US" sz="2200" dirty="0"/>
              <a:t>Stress prediction combines behavioral data (sleep, workload) and emotional inputs (mood, text sentiment) into a unified predictive function.</a:t>
            </a:r>
          </a:p>
          <a:p>
            <a:r>
              <a:rPr lang="en-US" sz="2200" b="1" dirty="0"/>
              <a:t>Mathematical Foundation: </a:t>
            </a:r>
            <a:r>
              <a:rPr lang="en-US" sz="2200" dirty="0"/>
              <a:t>Uses probabilistic classification (sigmoid/logistic function) to map inputs into stress levels (Low, Moderate, High, Critical).</a:t>
            </a:r>
          </a:p>
          <a:p>
            <a:r>
              <a:rPr lang="en-US" sz="2200" b="1" dirty="0"/>
              <a:t>NLP Integration: </a:t>
            </a:r>
            <a:r>
              <a:rPr lang="en-US" sz="2200" dirty="0"/>
              <a:t>Converts subjective text into measurable values using sentiment analysis and linguistic feature weighting.</a:t>
            </a:r>
          </a:p>
          <a:p>
            <a:r>
              <a:rPr lang="en-US" sz="2200" b="1" dirty="0"/>
              <a:t>Advanced Approach: </a:t>
            </a:r>
            <a:r>
              <a:rPr lang="en-US" sz="2200" dirty="0"/>
              <a:t>Transformer models (attention mechanism) capture deep context and emotional nuance in user input.</a:t>
            </a:r>
          </a:p>
          <a:p>
            <a:r>
              <a:rPr lang="en-US" sz="2200" b="1" dirty="0"/>
              <a:t>Why This Algorithm: </a:t>
            </a:r>
            <a:r>
              <a:rPr lang="en-US" sz="2200" dirty="0"/>
              <a:t>Overcomes limits of traditional ML by handling both numerical + textual data, giving higher accuracy and real-world adaptability.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36" y="118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932652-B436-D4C8-D71C-11E24E4E4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34" y="850050"/>
            <a:ext cx="5662079" cy="26514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67455F-BA29-C358-1A2A-7DA99063C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630" y="850050"/>
            <a:ext cx="5519769" cy="2651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C6C409-931F-5D1F-9813-B5D6CEF24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600" y="3704867"/>
            <a:ext cx="5662079" cy="271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4C232-176E-5E12-0851-2980CDC03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10" y="1366006"/>
            <a:ext cx="11047790" cy="48109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The system predicts stress level accurately (e.g., Critical with 92% confidence) using user inputs like sleep, workload, and mood. </a:t>
            </a:r>
          </a:p>
          <a:p>
            <a:r>
              <a:rPr lang="en-US" sz="2200" dirty="0"/>
              <a:t> Provides high performance with good Accuracy, Precision, Recall, and F1 Score.</a:t>
            </a:r>
          </a:p>
          <a:p>
            <a:r>
              <a:rPr lang="en-US" sz="2200" dirty="0"/>
              <a:t>Enables early detection of stress, helping prevent burnout and mental health issues.</a:t>
            </a:r>
          </a:p>
          <a:p>
            <a:r>
              <a:rPr lang="en-US" sz="2200" dirty="0"/>
              <a:t>Generates personalized recommendations such as better sleep, time management, and physical activity. </a:t>
            </a:r>
          </a:p>
          <a:p>
            <a:r>
              <a:rPr lang="en-US" sz="2200" dirty="0"/>
              <a:t>The system analyzes both emotional (text) and behavioral data, improving prediction accuracy.</a:t>
            </a:r>
          </a:p>
          <a:p>
            <a:r>
              <a:rPr lang="en-US" sz="2200" dirty="0"/>
              <a:t>It is scalable and cost-effective, as it works without requiring expensive devices or hardware.</a:t>
            </a:r>
          </a:p>
          <a:p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02268"/>
            <a:ext cx="11125199" cy="5256740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lvl="0"/>
            <a:r>
              <a:rPr lang="en-IN" sz="7200" dirty="0">
                <a:solidFill>
                  <a:srgbClr val="0070C0"/>
                </a:solidFill>
              </a:rPr>
              <a:t>https://www.springer.com/gp/book/9780387310732</a:t>
            </a:r>
            <a:br>
              <a:rPr lang="en-IN" sz="7200" dirty="0">
                <a:solidFill>
                  <a:srgbClr val="0070C0"/>
                </a:solidFill>
              </a:rPr>
            </a:br>
            <a:r>
              <a:rPr lang="en-IN" sz="7200" i="1" dirty="0"/>
              <a:t>(Pattern Recognition and Machine Learning – Christopher M. Bishop)</a:t>
            </a:r>
            <a:r>
              <a:rPr lang="en-IN" sz="7200" dirty="0"/>
              <a:t> </a:t>
            </a:r>
          </a:p>
          <a:p>
            <a:pPr lvl="0"/>
            <a:r>
              <a:rPr lang="en-IN" sz="7200" dirty="0">
                <a:solidFill>
                  <a:srgbClr val="0070C0"/>
                </a:solidFill>
              </a:rPr>
              <a:t>https://www.oreilly.com/library/view/hands-on-machine-learning/9781492032632/</a:t>
            </a:r>
            <a:br>
              <a:rPr lang="en-IN" sz="7200" dirty="0"/>
            </a:br>
            <a:r>
              <a:rPr lang="en-IN" sz="7200" i="1" dirty="0"/>
              <a:t>(Hands-On Machine Learning with Scikit-Learn, </a:t>
            </a:r>
            <a:r>
              <a:rPr lang="en-IN" sz="7200" i="1" dirty="0" err="1"/>
              <a:t>Keras</a:t>
            </a:r>
            <a:r>
              <a:rPr lang="en-IN" sz="7200" i="1" dirty="0"/>
              <a:t> &amp; TensorFlow)</a:t>
            </a:r>
            <a:r>
              <a:rPr lang="en-IN" sz="7200" dirty="0"/>
              <a:t> </a:t>
            </a:r>
          </a:p>
          <a:p>
            <a:pPr lvl="0"/>
            <a:r>
              <a:rPr lang="en-GB" sz="7200" u="sng" dirty="0">
                <a:hlinkClick r:id="rId2"/>
              </a:rPr>
              <a:t>https://www.kaggle.com/datasets/suchintikasarkar/sentiment-analysis-for-mental-health</a:t>
            </a:r>
            <a:r>
              <a:rPr lang="en-IN" sz="7200" i="1" dirty="0"/>
              <a:t>(Kaggle Datasets – for student stress / ML datasets)</a:t>
            </a:r>
            <a:r>
              <a:rPr lang="en-IN" sz="7200" dirty="0"/>
              <a:t> </a:t>
            </a:r>
          </a:p>
          <a:p>
            <a:pPr lvl="0"/>
            <a:r>
              <a:rPr lang="en-IN" sz="7200" dirty="0">
                <a:solidFill>
                  <a:srgbClr val="0070C0"/>
                </a:solidFill>
              </a:rPr>
              <a:t>https://scikit-learn.org/stable/</a:t>
            </a:r>
            <a:br>
              <a:rPr lang="en-IN" sz="7200" dirty="0"/>
            </a:br>
            <a:r>
              <a:rPr lang="en-IN" sz="7200" i="1" dirty="0"/>
              <a:t>(Scikit-learn Official Documentation)</a:t>
            </a:r>
            <a:r>
              <a:rPr lang="en-IN" sz="7200" dirty="0"/>
              <a:t> </a:t>
            </a:r>
          </a:p>
          <a:p>
            <a:pPr lvl="0"/>
            <a:r>
              <a:rPr lang="en-IN" sz="7200" dirty="0">
                <a:solidFill>
                  <a:srgbClr val="0070C0"/>
                </a:solidFill>
              </a:rPr>
              <a:t>https://towardsdatascience.com/</a:t>
            </a:r>
            <a:br>
              <a:rPr lang="en-IN" sz="7200" dirty="0"/>
            </a:br>
            <a:r>
              <a:rPr lang="en-IN" sz="7200" i="1" dirty="0"/>
              <a:t>(Towards Data Science – ML articles and blogs)</a:t>
            </a:r>
            <a:r>
              <a:rPr lang="en-IN" sz="7200" dirty="0"/>
              <a:t> </a:t>
            </a:r>
          </a:p>
          <a:p>
            <a:pPr lvl="0"/>
            <a:r>
              <a:rPr lang="en-IN" sz="7200" dirty="0">
                <a:solidFill>
                  <a:srgbClr val="0070C0"/>
                </a:solidFill>
              </a:rPr>
              <a:t>https://www.springer.com/gp/book/9780387310732</a:t>
            </a:r>
            <a:br>
              <a:rPr lang="en-IN" sz="7200" dirty="0"/>
            </a:br>
            <a:r>
              <a:rPr lang="en-IN" sz="7200" i="1" dirty="0"/>
              <a:t>(Pattern Recognition and Machine Learning – Christopher M. Bishop)</a:t>
            </a:r>
            <a:r>
              <a:rPr lang="en-IN" sz="7200" dirty="0"/>
              <a:t> </a:t>
            </a:r>
          </a:p>
          <a:p>
            <a:pPr lvl="0"/>
            <a:r>
              <a:rPr lang="en-IN" sz="7200" dirty="0">
                <a:solidFill>
                  <a:srgbClr val="0070C0"/>
                </a:solidFill>
              </a:rPr>
              <a:t>https://www.oreilly.com/library/view/hands-on-machine-learning/9781492032632/</a:t>
            </a:r>
            <a:br>
              <a:rPr lang="en-IN" sz="7200" dirty="0"/>
            </a:br>
            <a:r>
              <a:rPr lang="en-IN" sz="7200" i="1" dirty="0"/>
              <a:t>(Hands-On Machine Learning with Scikit-Learn, </a:t>
            </a:r>
            <a:r>
              <a:rPr lang="en-IN" sz="7200" i="1" dirty="0" err="1"/>
              <a:t>Keras</a:t>
            </a:r>
            <a:r>
              <a:rPr lang="en-IN" sz="7200" i="1" dirty="0"/>
              <a:t> &amp; TensorFlow)</a:t>
            </a:r>
            <a:r>
              <a:rPr lang="en-IN" sz="7200" dirty="0"/>
              <a:t> </a:t>
            </a:r>
          </a:p>
          <a:p>
            <a:pPr lvl="0"/>
            <a:r>
              <a:rPr lang="en-GB" sz="7200" u="sng" dirty="0">
                <a:hlinkClick r:id="rId2"/>
              </a:rPr>
              <a:t>https://www.kaggle.com/datasets/suchintikasarkar/sentiment-analysis-for-mental-health</a:t>
            </a:r>
            <a:r>
              <a:rPr lang="en-IN" sz="7200" i="1" dirty="0"/>
              <a:t>(Kaggle Datasets – for student stress / ML datasets)</a:t>
            </a:r>
            <a:r>
              <a:rPr lang="en-IN" sz="7200" dirty="0"/>
              <a:t> </a:t>
            </a:r>
          </a:p>
          <a:p>
            <a:pPr lvl="0"/>
            <a:r>
              <a:rPr lang="en-IN" sz="7200" dirty="0">
                <a:solidFill>
                  <a:srgbClr val="0070C0"/>
                </a:solidFill>
              </a:rPr>
              <a:t>https://scikit-learn.org/stable/</a:t>
            </a:r>
            <a:br>
              <a:rPr lang="en-IN" sz="7200" dirty="0"/>
            </a:br>
            <a:r>
              <a:rPr lang="en-IN" sz="7200" i="1" dirty="0"/>
              <a:t>(Scikit-learn Official Documentation)</a:t>
            </a:r>
            <a:r>
              <a:rPr lang="en-IN" sz="7200" dirty="0"/>
              <a:t> </a:t>
            </a:r>
          </a:p>
          <a:p>
            <a:pPr lvl="0"/>
            <a:r>
              <a:rPr lang="en-IN" sz="7200" dirty="0">
                <a:solidFill>
                  <a:srgbClr val="0070C0"/>
                </a:solidFill>
              </a:rPr>
              <a:t>https://towardsdatascience.com/</a:t>
            </a:r>
            <a:br>
              <a:rPr lang="en-IN" sz="7200" dirty="0"/>
            </a:br>
            <a:r>
              <a:rPr lang="en-IN" sz="7200" i="1" dirty="0"/>
              <a:t>(Towards Data Science – ML articles and blogs)</a:t>
            </a:r>
            <a:r>
              <a:rPr lang="en-IN" sz="7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683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MindGuard AI: Mental Health Stress Predictor</vt:lpstr>
      <vt:lpstr>PROBLEM STATEMENT</vt:lpstr>
      <vt:lpstr>IMPLEMENTATION AND CODE</vt:lpstr>
      <vt:lpstr>THEORETICAL BACKGROUND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badri nath</cp:lastModifiedBy>
  <cp:revision>50</cp:revision>
  <dcterms:created xsi:type="dcterms:W3CDTF">2025-10-18T08:57:34Z</dcterms:created>
  <dcterms:modified xsi:type="dcterms:W3CDTF">2026-04-28T06:39:05Z</dcterms:modified>
</cp:coreProperties>
</file>